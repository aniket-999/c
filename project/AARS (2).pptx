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9144000"/>
  <p:notesSz cx="6858000" cy="9144000"/>
  <p:embeddedFontLst>
    <p:embeddedFont>
      <p:font typeface="Overlock"/>
      <p:regular r:id="rId13"/>
      <p:bold r:id="rId14"/>
      <p:italic r:id="rId15"/>
      <p:boldItalic r:id="rId16"/>
    </p:embeddedFont>
    <p:embeddedFont>
      <p:font typeface="Arial Black"/>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18" roundtripDataSignature="AMtx7mge4EOcpkg22wCFdNHHNL3jSdbB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verlock-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verlock-italic.fntdata"/><Relationship Id="rId14" Type="http://schemas.openxmlformats.org/officeDocument/2006/relationships/font" Target="fonts/Overlock-bold.fntdata"/><Relationship Id="rId17" Type="http://schemas.openxmlformats.org/officeDocument/2006/relationships/font" Target="fonts/ArialBlack-regular.fntdata"/><Relationship Id="rId16" Type="http://schemas.openxmlformats.org/officeDocument/2006/relationships/font" Target="fonts/Overlock-bold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68000"/>
          </a:blip>
          <a:stretch>
            <a:fillRect/>
          </a:stretch>
        </a:blip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09600" y="228600"/>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8800"/>
              <a:buFont typeface="Algerian"/>
              <a:buNone/>
            </a:pPr>
            <a:r>
              <a:rPr b="1" lang="en-US" sz="8800" u="sng">
                <a:latin typeface="Algerian"/>
                <a:ea typeface="Algerian"/>
                <a:cs typeface="Algerian"/>
                <a:sym typeface="Algerian"/>
              </a:rPr>
              <a:t>AARS</a:t>
            </a:r>
            <a:endParaRPr b="1" sz="8800" u="sng">
              <a:latin typeface="Algerian"/>
              <a:ea typeface="Algerian"/>
              <a:cs typeface="Algerian"/>
              <a:sym typeface="Algerian"/>
            </a:endParaRPr>
          </a:p>
        </p:txBody>
      </p:sp>
      <p:sp>
        <p:nvSpPr>
          <p:cNvPr id="85" name="Google Shape;85;p1"/>
          <p:cNvSpPr txBox="1"/>
          <p:nvPr>
            <p:ph idx="1" type="subTitle"/>
          </p:nvPr>
        </p:nvSpPr>
        <p:spPr>
          <a:xfrm>
            <a:off x="457200" y="2514600"/>
            <a:ext cx="8153400" cy="10668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None/>
            </a:pPr>
            <a:r>
              <a:rPr lang="en-US" sz="4400">
                <a:solidFill>
                  <a:schemeClr val="dk1"/>
                </a:solidFill>
                <a:latin typeface="Arial Black"/>
                <a:ea typeface="Arial Black"/>
                <a:cs typeface="Arial Black"/>
                <a:sym typeface="Arial Black"/>
              </a:rPr>
              <a:t>Project name - Lifeline</a:t>
            </a:r>
            <a:endParaRPr sz="4400">
              <a:solidFill>
                <a:schemeClr val="dk1"/>
              </a:solidFill>
              <a:latin typeface="Arial Black"/>
              <a:ea typeface="Arial Black"/>
              <a:cs typeface="Arial Black"/>
              <a:sym typeface="Arial Black"/>
            </a:endParaRPr>
          </a:p>
        </p:txBody>
      </p:sp>
      <p:sp>
        <p:nvSpPr>
          <p:cNvPr id="86" name="Google Shape;86;p1"/>
          <p:cNvSpPr txBox="1"/>
          <p:nvPr/>
        </p:nvSpPr>
        <p:spPr>
          <a:xfrm>
            <a:off x="455596" y="4191000"/>
            <a:ext cx="8382000"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chemeClr val="dk1"/>
                </a:solidFill>
                <a:latin typeface="Arial Rounded"/>
                <a:ea typeface="Arial Rounded"/>
                <a:cs typeface="Arial Rounded"/>
                <a:sym typeface="Arial Rounded"/>
              </a:rPr>
              <a:t>Theme – Life in a pandemic</a:t>
            </a:r>
            <a:endParaRPr b="1" i="0" sz="44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nvSpPr>
        <p:spPr>
          <a:xfrm>
            <a:off x="490086" y="533400"/>
            <a:ext cx="7924800" cy="11079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600" u="sng" cap="none" strike="noStrike">
                <a:solidFill>
                  <a:schemeClr val="dk1"/>
                </a:solidFill>
                <a:latin typeface="Overlock"/>
                <a:ea typeface="Overlock"/>
                <a:cs typeface="Overlock"/>
                <a:sym typeface="Overlock"/>
              </a:rPr>
              <a:t>Problem Statement</a:t>
            </a:r>
            <a:endParaRPr b="1" i="0" sz="6600" u="sng" cap="none" strike="noStrike">
              <a:solidFill>
                <a:schemeClr val="dk1"/>
              </a:solidFill>
              <a:latin typeface="Overlock"/>
              <a:ea typeface="Overlock"/>
              <a:cs typeface="Overlock"/>
              <a:sym typeface="Overlock"/>
            </a:endParaRPr>
          </a:p>
        </p:txBody>
      </p:sp>
      <p:sp>
        <p:nvSpPr>
          <p:cNvPr id="92" name="Google Shape;92;p2"/>
          <p:cNvSpPr txBox="1"/>
          <p:nvPr/>
        </p:nvSpPr>
        <p:spPr>
          <a:xfrm>
            <a:off x="490086" y="1905000"/>
            <a:ext cx="8196714"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Rounded"/>
                <a:ea typeface="Arial Rounded"/>
                <a:cs typeface="Arial Rounded"/>
                <a:sym typeface="Arial Rounded"/>
              </a:rPr>
              <a:t>During  COVID pandemic  there are many pressure situation at all hospitals and health care workers because of so much rising cases of this coronavirus. Due to this sudden increase in cases government has passed a country lockdown to control the number of cases and now because of this lockdown no one can go outside even to a hospital also for checkup and to inspect his disease. Now in order to meet up a doctor everyone has to get online to get a appointment. This sudden increase in site check in of hospitals led them to work slowly and some of them even crash at that time of pandemic.</a:t>
            </a:r>
            <a:endParaRPr b="1" sz="2400">
              <a:solidFill>
                <a:schemeClr val="dk1"/>
              </a:solidFill>
              <a:latin typeface="Arial Rounded"/>
              <a:ea typeface="Arial Rounded"/>
              <a:cs typeface="Arial Rounded"/>
              <a:sym typeface="Arial Round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nvSpPr>
        <p:spPr>
          <a:xfrm>
            <a:off x="609600" y="533400"/>
            <a:ext cx="80772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7200" u="sng">
                <a:solidFill>
                  <a:schemeClr val="dk1"/>
                </a:solidFill>
                <a:latin typeface="Overlock"/>
                <a:ea typeface="Overlock"/>
                <a:cs typeface="Overlock"/>
                <a:sym typeface="Overlock"/>
              </a:rPr>
              <a:t>Problem Solution</a:t>
            </a:r>
            <a:endParaRPr b="1" sz="7200" u="sng">
              <a:solidFill>
                <a:schemeClr val="dk1"/>
              </a:solidFill>
              <a:latin typeface="Overlock"/>
              <a:ea typeface="Overlock"/>
              <a:cs typeface="Overlock"/>
              <a:sym typeface="Overlock"/>
            </a:endParaRPr>
          </a:p>
        </p:txBody>
      </p:sp>
      <p:sp>
        <p:nvSpPr>
          <p:cNvPr id="98" name="Google Shape;98;p3"/>
          <p:cNvSpPr txBox="1"/>
          <p:nvPr/>
        </p:nvSpPr>
        <p:spPr>
          <a:xfrm>
            <a:off x="533400" y="1981200"/>
            <a:ext cx="8305800"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Rounded"/>
                <a:ea typeface="Arial Rounded"/>
                <a:cs typeface="Arial Rounded"/>
                <a:sym typeface="Arial Rounded"/>
              </a:rPr>
              <a:t>The COVID pandemic has led to a nation lockdown resulting in every thing to do online. This whole online thing have put a very vast stress at hospital’s server resulting in slowing  them down or may led to crash few times, so in order to avoid these situations we have created a website where you can get the information about all Mumbai hospitals in just few clicks. Here you can easily check out every private and government hospitals regarding their availability of beds without visiting each and every site individually to save your time at this tough situations.</a:t>
            </a:r>
            <a:endParaRPr b="1" sz="2400">
              <a:solidFill>
                <a:schemeClr val="dk1"/>
              </a:solidFill>
              <a:latin typeface="Arial Rounded"/>
              <a:ea typeface="Arial Rounded"/>
              <a:cs typeface="Arial Rounded"/>
              <a:sym typeface="Arial Round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nvSpPr>
        <p:spPr>
          <a:xfrm>
            <a:off x="457200" y="457200"/>
            <a:ext cx="84582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u="sng">
                <a:solidFill>
                  <a:schemeClr val="dk1"/>
                </a:solidFill>
                <a:latin typeface="Overlock"/>
                <a:ea typeface="Overlock"/>
                <a:cs typeface="Overlock"/>
                <a:sym typeface="Overlock"/>
              </a:rPr>
              <a:t>Implementation Details With Tech Stack</a:t>
            </a:r>
            <a:endParaRPr/>
          </a:p>
        </p:txBody>
      </p:sp>
      <p:sp>
        <p:nvSpPr>
          <p:cNvPr id="104" name="Google Shape;104;p4"/>
          <p:cNvSpPr txBox="1"/>
          <p:nvPr/>
        </p:nvSpPr>
        <p:spPr>
          <a:xfrm>
            <a:off x="762000" y="2819400"/>
            <a:ext cx="7772400" cy="286232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3600"/>
              <a:buFont typeface="Noto Sans Symbols"/>
              <a:buChar char="⮚"/>
            </a:pPr>
            <a:r>
              <a:rPr b="1" lang="en-US" sz="3600">
                <a:solidFill>
                  <a:schemeClr val="dk1"/>
                </a:solidFill>
                <a:latin typeface="Arial Rounded"/>
                <a:ea typeface="Arial Rounded"/>
                <a:cs typeface="Arial Rounded"/>
                <a:sym typeface="Arial Rounded"/>
              </a:rPr>
              <a:t>HTML</a:t>
            </a:r>
            <a:endParaRPr/>
          </a:p>
          <a:p>
            <a:pPr indent="-342900" lvl="0" marL="342900" marR="0" rtl="0" algn="l">
              <a:spcBef>
                <a:spcPts val="0"/>
              </a:spcBef>
              <a:spcAft>
                <a:spcPts val="0"/>
              </a:spcAft>
              <a:buClr>
                <a:schemeClr val="dk1"/>
              </a:buClr>
              <a:buSzPts val="3600"/>
              <a:buFont typeface="Noto Sans Symbols"/>
              <a:buChar char="⮚"/>
            </a:pPr>
            <a:r>
              <a:rPr b="1" lang="en-US" sz="3600">
                <a:solidFill>
                  <a:schemeClr val="dk1"/>
                </a:solidFill>
                <a:latin typeface="Arial Rounded"/>
                <a:ea typeface="Arial Rounded"/>
                <a:cs typeface="Arial Rounded"/>
                <a:sym typeface="Arial Rounded"/>
              </a:rPr>
              <a:t>CSS</a:t>
            </a:r>
            <a:endParaRPr/>
          </a:p>
          <a:p>
            <a:pPr indent="-342900" lvl="0" marL="342900" marR="0" rtl="0" algn="l">
              <a:spcBef>
                <a:spcPts val="0"/>
              </a:spcBef>
              <a:spcAft>
                <a:spcPts val="0"/>
              </a:spcAft>
              <a:buClr>
                <a:schemeClr val="dk1"/>
              </a:buClr>
              <a:buSzPts val="3600"/>
              <a:buFont typeface="Noto Sans Symbols"/>
              <a:buChar char="⮚"/>
            </a:pPr>
            <a:r>
              <a:rPr b="1" lang="en-US" sz="3600">
                <a:solidFill>
                  <a:schemeClr val="dk1"/>
                </a:solidFill>
                <a:latin typeface="Arial Rounded"/>
                <a:ea typeface="Arial Rounded"/>
                <a:cs typeface="Arial Rounded"/>
                <a:sym typeface="Arial Rounded"/>
              </a:rPr>
              <a:t>JAVASCRIPT</a:t>
            </a:r>
            <a:endParaRPr/>
          </a:p>
          <a:p>
            <a:pPr indent="-342900" lvl="0" marL="342900" marR="0" rtl="0" algn="l">
              <a:spcBef>
                <a:spcPts val="0"/>
              </a:spcBef>
              <a:spcAft>
                <a:spcPts val="0"/>
              </a:spcAft>
              <a:buClr>
                <a:schemeClr val="dk1"/>
              </a:buClr>
              <a:buSzPts val="3600"/>
              <a:buFont typeface="Noto Sans Symbols"/>
              <a:buChar char="⮚"/>
            </a:pPr>
            <a:r>
              <a:rPr b="1" lang="en-US" sz="3600">
                <a:solidFill>
                  <a:schemeClr val="dk1"/>
                </a:solidFill>
                <a:latin typeface="Arial Rounded"/>
                <a:ea typeface="Arial Rounded"/>
                <a:cs typeface="Arial Rounded"/>
                <a:sym typeface="Arial Rounded"/>
              </a:rPr>
              <a:t>GoogleMaps API</a:t>
            </a:r>
            <a:endParaRPr/>
          </a:p>
          <a:p>
            <a:pPr indent="-342900" lvl="0" marL="342900" marR="0" rtl="0" algn="l">
              <a:spcBef>
                <a:spcPts val="0"/>
              </a:spcBef>
              <a:spcAft>
                <a:spcPts val="0"/>
              </a:spcAft>
              <a:buClr>
                <a:schemeClr val="dk1"/>
              </a:buClr>
              <a:buSzPts val="3600"/>
              <a:buFont typeface="Noto Sans Symbols"/>
              <a:buChar char="⮚"/>
            </a:pPr>
            <a:r>
              <a:rPr b="1" lang="en-US" sz="3600">
                <a:solidFill>
                  <a:schemeClr val="dk1"/>
                </a:solidFill>
                <a:latin typeface="Arial Rounded"/>
                <a:ea typeface="Arial Rounded"/>
                <a:cs typeface="Arial Rounded"/>
                <a:sym typeface="Arial Rounded"/>
              </a:rPr>
              <a:t>PHP</a:t>
            </a:r>
            <a:endParaRPr b="1" sz="3600">
              <a:solidFill>
                <a:schemeClr val="dk1"/>
              </a:solidFill>
              <a:latin typeface="Arial Rounded"/>
              <a:ea typeface="Arial Rounded"/>
              <a:cs typeface="Arial Rounded"/>
              <a:sym typeface="Arial Round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nvSpPr>
        <p:spPr>
          <a:xfrm>
            <a:off x="735531" y="381000"/>
            <a:ext cx="78486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7200" u="sng">
                <a:solidFill>
                  <a:schemeClr val="dk1"/>
                </a:solidFill>
                <a:latin typeface="Overlock"/>
                <a:ea typeface="Overlock"/>
                <a:cs typeface="Overlock"/>
                <a:sym typeface="Overlock"/>
              </a:rPr>
              <a:t>WOW Factor!!</a:t>
            </a:r>
            <a:endParaRPr/>
          </a:p>
        </p:txBody>
      </p:sp>
      <p:sp>
        <p:nvSpPr>
          <p:cNvPr id="110" name="Google Shape;110;p5"/>
          <p:cNvSpPr txBox="1"/>
          <p:nvPr/>
        </p:nvSpPr>
        <p:spPr>
          <a:xfrm>
            <a:off x="457200" y="1748909"/>
            <a:ext cx="8305800" cy="467820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800"/>
              <a:buFont typeface="Noto Sans Symbols"/>
              <a:buChar char="❖"/>
            </a:pPr>
            <a:r>
              <a:rPr b="1" lang="en-US" sz="2800">
                <a:solidFill>
                  <a:schemeClr val="dk1"/>
                </a:solidFill>
                <a:latin typeface="Arial Rounded"/>
                <a:ea typeface="Arial Rounded"/>
                <a:cs typeface="Arial Rounded"/>
                <a:sym typeface="Arial Rounded"/>
              </a:rPr>
              <a:t>It’s a very user friendly site which anyone can use without any signup or creating his ID.</a:t>
            </a:r>
            <a:endParaRPr/>
          </a:p>
          <a:p>
            <a:pPr indent="-285750" lvl="0" marL="285750" marR="0" rtl="0" algn="l">
              <a:spcBef>
                <a:spcPts val="0"/>
              </a:spcBef>
              <a:spcAft>
                <a:spcPts val="0"/>
              </a:spcAft>
              <a:buClr>
                <a:schemeClr val="dk1"/>
              </a:buClr>
              <a:buSzPts val="2800"/>
              <a:buFont typeface="Noto Sans Symbols"/>
              <a:buChar char="❖"/>
            </a:pPr>
            <a:r>
              <a:rPr b="1" lang="en-US" sz="2800">
                <a:solidFill>
                  <a:schemeClr val="dk1"/>
                </a:solidFill>
                <a:latin typeface="Arial Rounded"/>
                <a:ea typeface="Arial Rounded"/>
                <a:cs typeface="Arial Rounded"/>
                <a:sym typeface="Arial Rounded"/>
              </a:rPr>
              <a:t>It have both government and private hospitals listing so you can choose and find a budget or neighbor hospital details very easily.</a:t>
            </a:r>
            <a:endParaRPr/>
          </a:p>
          <a:p>
            <a:pPr indent="-285750" lvl="0" marL="285750" marR="0" rtl="0" algn="l">
              <a:spcBef>
                <a:spcPts val="0"/>
              </a:spcBef>
              <a:spcAft>
                <a:spcPts val="0"/>
              </a:spcAft>
              <a:buClr>
                <a:schemeClr val="dk1"/>
              </a:buClr>
              <a:buSzPts val="2800"/>
              <a:buFont typeface="Noto Sans Symbols"/>
              <a:buChar char="❖"/>
            </a:pPr>
            <a:r>
              <a:rPr b="1" lang="en-US" sz="2800">
                <a:solidFill>
                  <a:schemeClr val="dk1"/>
                </a:solidFill>
                <a:latin typeface="Arial Rounded"/>
                <a:ea typeface="Arial Rounded"/>
                <a:cs typeface="Arial Rounded"/>
                <a:sym typeface="Arial Rounded"/>
              </a:rPr>
              <a:t>In case of Emergency you can press emergency button so that nearby hospital can see your signal and can send a ambulance.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nvSpPr>
        <p:spPr>
          <a:xfrm>
            <a:off x="838200" y="457200"/>
            <a:ext cx="75438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7200" u="sng">
                <a:solidFill>
                  <a:schemeClr val="dk1"/>
                </a:solidFill>
                <a:latin typeface="Overlock"/>
                <a:ea typeface="Overlock"/>
                <a:cs typeface="Overlock"/>
                <a:sym typeface="Overlock"/>
              </a:rPr>
              <a:t>Future Work</a:t>
            </a:r>
            <a:endParaRPr/>
          </a:p>
        </p:txBody>
      </p:sp>
      <p:sp>
        <p:nvSpPr>
          <p:cNvPr id="116" name="Google Shape;116;p6"/>
          <p:cNvSpPr txBox="1"/>
          <p:nvPr/>
        </p:nvSpPr>
        <p:spPr>
          <a:xfrm>
            <a:off x="342900" y="1905000"/>
            <a:ext cx="8534400" cy="378565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Noto Sans Symbols"/>
              <a:buChar char="▪"/>
            </a:pPr>
            <a:r>
              <a:rPr b="1" lang="en-US" sz="2400">
                <a:solidFill>
                  <a:schemeClr val="dk1"/>
                </a:solidFill>
                <a:latin typeface="Arial Rounded"/>
                <a:ea typeface="Arial Rounded"/>
                <a:cs typeface="Arial Rounded"/>
                <a:sym typeface="Arial Rounded"/>
              </a:rPr>
              <a:t>Today we are only in Bombay but as time passes we would like to spread our website to many other and important cities so that everyone can get this easily and free accessible site to use at this time of global pandemic . </a:t>
            </a:r>
            <a:endParaRPr/>
          </a:p>
          <a:p>
            <a:pPr indent="-285750" lvl="0" marL="285750" marR="0" rtl="0" algn="l">
              <a:spcBef>
                <a:spcPts val="0"/>
              </a:spcBef>
              <a:spcAft>
                <a:spcPts val="0"/>
              </a:spcAft>
              <a:buClr>
                <a:schemeClr val="dk1"/>
              </a:buClr>
              <a:buSzPts val="2400"/>
              <a:buFont typeface="Noto Sans Symbols"/>
              <a:buChar char="▪"/>
            </a:pPr>
            <a:r>
              <a:rPr b="1" lang="en-US" sz="2400">
                <a:solidFill>
                  <a:schemeClr val="dk1"/>
                </a:solidFill>
                <a:latin typeface="Arial Rounded"/>
                <a:ea typeface="Arial Rounded"/>
                <a:cs typeface="Arial Rounded"/>
                <a:sym typeface="Arial Rounded"/>
              </a:rPr>
              <a:t>We will also add many more important features in upcoming time also.</a:t>
            </a:r>
            <a:endParaRPr/>
          </a:p>
          <a:p>
            <a:pPr indent="-285750" lvl="0" marL="285750" marR="0" rtl="0" algn="l">
              <a:spcBef>
                <a:spcPts val="0"/>
              </a:spcBef>
              <a:spcAft>
                <a:spcPts val="0"/>
              </a:spcAft>
              <a:buClr>
                <a:schemeClr val="dk1"/>
              </a:buClr>
              <a:buSzPts val="2400"/>
              <a:buFont typeface="Noto Sans Symbols"/>
              <a:buChar char="▪"/>
            </a:pPr>
            <a:r>
              <a:rPr b="1" lang="en-US" sz="2400">
                <a:solidFill>
                  <a:schemeClr val="dk1"/>
                </a:solidFill>
                <a:latin typeface="Arial Rounded"/>
                <a:ea typeface="Arial Rounded"/>
                <a:cs typeface="Arial Rounded"/>
                <a:sym typeface="Arial Rounded"/>
              </a:rPr>
              <a:t>In near future a suggestion box is also coming where we can get your feedbacks and reviews on how to improve our website further more.</a:t>
            </a:r>
            <a:endParaRPr b="1" sz="2400">
              <a:solidFill>
                <a:schemeClr val="dk1"/>
              </a:solidFill>
              <a:latin typeface="Arial Rounded"/>
              <a:ea typeface="Arial Rounded"/>
              <a:cs typeface="Arial Rounded"/>
              <a:sym typeface="Arial Round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nvSpPr>
        <p:spPr>
          <a:xfrm>
            <a:off x="762000" y="2667000"/>
            <a:ext cx="5410200" cy="255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haroni"/>
                <a:ea typeface="Aharoni"/>
                <a:cs typeface="Aharoni"/>
                <a:sym typeface="Aharoni"/>
              </a:rPr>
              <a:t>A Project By –</a:t>
            </a:r>
            <a:endParaRPr/>
          </a:p>
          <a:p>
            <a:pPr indent="-285750" lvl="0" marL="285750" marR="0" rtl="0" algn="l">
              <a:spcBef>
                <a:spcPts val="0"/>
              </a:spcBef>
              <a:spcAft>
                <a:spcPts val="0"/>
              </a:spcAft>
              <a:buClr>
                <a:schemeClr val="dk1"/>
              </a:buClr>
              <a:buSzPts val="3200"/>
              <a:buFont typeface="Arial"/>
              <a:buChar char="•"/>
            </a:pPr>
            <a:r>
              <a:rPr lang="en-US" sz="3200">
                <a:solidFill>
                  <a:schemeClr val="dk1"/>
                </a:solidFill>
                <a:latin typeface="Aharoni"/>
                <a:ea typeface="Aharoni"/>
                <a:cs typeface="Aharoni"/>
                <a:sym typeface="Aharoni"/>
              </a:rPr>
              <a:t>Aniket Shah</a:t>
            </a:r>
            <a:endParaRPr/>
          </a:p>
          <a:p>
            <a:pPr indent="-285750" lvl="0" marL="285750" marR="0" rtl="0" algn="l">
              <a:spcBef>
                <a:spcPts val="0"/>
              </a:spcBef>
              <a:spcAft>
                <a:spcPts val="0"/>
              </a:spcAft>
              <a:buClr>
                <a:schemeClr val="dk1"/>
              </a:buClr>
              <a:buSzPts val="3200"/>
              <a:buFont typeface="Arial"/>
              <a:buChar char="•"/>
            </a:pPr>
            <a:r>
              <a:rPr lang="en-US" sz="3200">
                <a:solidFill>
                  <a:schemeClr val="dk1"/>
                </a:solidFill>
                <a:latin typeface="Aharoni"/>
                <a:ea typeface="Aharoni"/>
                <a:cs typeface="Aharoni"/>
                <a:sym typeface="Aharoni"/>
              </a:rPr>
              <a:t>Abhinav Gupta</a:t>
            </a:r>
            <a:endParaRPr/>
          </a:p>
          <a:p>
            <a:pPr indent="-285750" lvl="0" marL="285750" marR="0" rtl="0" algn="l">
              <a:spcBef>
                <a:spcPts val="0"/>
              </a:spcBef>
              <a:spcAft>
                <a:spcPts val="0"/>
              </a:spcAft>
              <a:buClr>
                <a:schemeClr val="dk1"/>
              </a:buClr>
              <a:buSzPts val="3200"/>
              <a:buFont typeface="Arial"/>
              <a:buChar char="•"/>
            </a:pPr>
            <a:r>
              <a:rPr lang="en-US" sz="3200">
                <a:solidFill>
                  <a:schemeClr val="dk1"/>
                </a:solidFill>
                <a:latin typeface="Aharoni"/>
                <a:ea typeface="Aharoni"/>
                <a:cs typeface="Aharoni"/>
                <a:sym typeface="Aharoni"/>
              </a:rPr>
              <a:t>Rahul Gupta</a:t>
            </a:r>
            <a:endParaRPr/>
          </a:p>
          <a:p>
            <a:pPr indent="-285750" lvl="0" marL="285750" marR="0" rtl="0" algn="l">
              <a:spcBef>
                <a:spcPts val="0"/>
              </a:spcBef>
              <a:spcAft>
                <a:spcPts val="0"/>
              </a:spcAft>
              <a:buClr>
                <a:schemeClr val="dk1"/>
              </a:buClr>
              <a:buSzPts val="3200"/>
              <a:buFont typeface="Arial"/>
              <a:buChar char="•"/>
            </a:pPr>
            <a:r>
              <a:rPr lang="en-US" sz="3200">
                <a:solidFill>
                  <a:schemeClr val="dk1"/>
                </a:solidFill>
                <a:latin typeface="Aharoni"/>
                <a:ea typeface="Aharoni"/>
                <a:cs typeface="Aharoni"/>
                <a:sym typeface="Aharoni"/>
              </a:rPr>
              <a:t>Sanidhya Dighiya</a:t>
            </a:r>
            <a:endParaRPr sz="3200">
              <a:solidFill>
                <a:schemeClr val="dk1"/>
              </a:solidFill>
              <a:latin typeface="Aharoni"/>
              <a:ea typeface="Aharoni"/>
              <a:cs typeface="Aharoni"/>
              <a:sym typeface="Aharoni"/>
            </a:endParaRPr>
          </a:p>
        </p:txBody>
      </p:sp>
      <p:sp>
        <p:nvSpPr>
          <p:cNvPr id="122" name="Google Shape;122;p7"/>
          <p:cNvSpPr txBox="1"/>
          <p:nvPr/>
        </p:nvSpPr>
        <p:spPr>
          <a:xfrm>
            <a:off x="533400" y="457200"/>
            <a:ext cx="80772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600" u="sng">
                <a:solidFill>
                  <a:schemeClr val="dk1"/>
                </a:solidFill>
                <a:latin typeface="Algerian"/>
                <a:ea typeface="Algerian"/>
                <a:cs typeface="Algerian"/>
                <a:sym typeface="Algerian"/>
              </a:rPr>
              <a:t>Thank You</a:t>
            </a:r>
            <a:endParaRPr b="1" sz="9600" u="sng">
              <a:solidFill>
                <a:schemeClr val="dk1"/>
              </a:solidFill>
              <a:latin typeface="Algerian"/>
              <a:ea typeface="Algerian"/>
              <a:cs typeface="Algerian"/>
              <a:sym typeface="Algeri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2021-04-10T19:20:19Z</dcterms:created>
  <dc:creator>rahul</dc:creator>
</cp:coreProperties>
</file>